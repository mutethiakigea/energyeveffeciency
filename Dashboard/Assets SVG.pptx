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C6D"/>
    <a:srgbClr val="C0C6CF"/>
    <a:srgbClr val="00B7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77F46-DAC3-DDE4-7CF1-2ACCD230DC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6771C7-7496-8D9D-D5BB-C21390E2B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8903E-11A3-8CAD-ACA9-444E90CD1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33119-55C5-5A1B-8D1D-FB3F2111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9E0C1-1DC5-0827-8CBA-46F536B4C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18604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1A8E8-1FF5-B967-59A9-F975BF947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87AA6-DF15-24EF-2E6C-AF195D04C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1995B-5A3C-5734-7515-EE9D90C8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73E1E-830D-9700-5E83-86A531DE4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F36C3-1C94-9565-CCAC-1585A581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72862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4AF4-1EDA-05F4-7EF6-D16331CD1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8CEFD-DF7A-24F2-0737-53F8A84E7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17440A-8F5F-855D-35C9-5768D18A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D3A68-6F57-2117-4376-323AF42A2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9ABF8-B4B7-228D-441D-A68D0768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81076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734B-9DEF-B8B4-BDE1-6C664D41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44E93-40E3-2BB8-8E74-960A51427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FEFD2-8489-0023-7D12-51596F0D4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49771-DC80-D482-E251-2C0B6271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0563A-293E-9CBC-9770-6E3E09CB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D8221-DAB1-AFFD-DE8F-54C859F30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05201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7BCD0-7D38-F17B-23E5-418A5898A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C34B7-9B7A-C783-EF95-3D72A4AD26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9B666-A662-9B4E-297D-4DC87E245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4882FB-CE18-F878-5502-6B03D12EF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25E223-FA9A-EF2A-FC11-20658C753B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9DB55B-451C-C615-E1EB-D2E8CB961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017E10-BD88-6973-5690-5ADEFE80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91D9E1-99FA-F406-3D82-AA308944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59455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590A-70A3-99F0-A539-D09ED416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6D5BF3-860E-8ECD-FA6A-8C5354A1C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98AF1-564C-975B-18A1-60525C33F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06026-241C-C119-69DF-B0A025968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144446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DB4818-F5D6-1A5E-05CD-02B6221B2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C0F9D-2B4B-D218-6AD8-425E581A9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992BB1-CD45-8A74-0171-F6A43C38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925604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052C9-DFAE-169B-2DF4-444B3C9C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F186DE-4D87-B4C3-4B8D-2163F32C1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1B4D5-798C-2931-9E35-FCA52E951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D73FC-ADEE-B63A-30CF-AF78DE824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8A92FB-5E4E-C821-7585-DDEB62052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E1EC4-97EC-B43E-E186-FDB06E9D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4755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A6C2-5945-0A5C-94D1-D37FF0AB8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E7DD8-5853-D433-C50A-AB40CA57C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54933B-5064-9875-9CDE-3BD389C2A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1E2BD-2F0D-1079-832B-43286A375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A8D74-3FB6-5B68-9E02-23A1B45CF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7EB27-27F3-D5A8-FA82-ED20F45D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0642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A9DA3-9B99-C419-39F0-799DBE3B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664929-E333-6114-4D21-C6EBD4C82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A137B-17EE-DB47-5B36-ADE9A9FB9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69B65-9E97-FCE9-0BF7-6379004ED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92241-9FFB-46C6-B201-FD0CE9F01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57911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551D3-0B72-758C-EAC9-3DEACE120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35F12-2397-092B-33EE-89508006B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20E1B-0DAD-29A8-20C2-46AF2413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03E93-1E54-E9F5-A707-6BCA991D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BC527-0420-D0B0-29F6-DF876865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534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A633D-C2FA-6271-17C1-502C6E7F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50BB1-D039-954F-2A7D-653B1EFB1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3FD38-9C0C-8660-7C2F-2AAC750945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B647C-A33C-4584-8017-75654DF97E43}" type="datetimeFigureOut">
              <a:rPr lang="en-KE" smtClean="0"/>
              <a:t>10/05/2026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CDF22-B87B-4FFF-5653-18C1CD8CE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97607-6C56-A8D3-C10E-A05E6A5A38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5F6496-9F95-4519-AB61-E7EEAB19A3EE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6597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2084412-1B9E-423E-1EE5-69888BF534F5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B38FE5C-6853-CFCA-DD09-5C6262EE3AF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6" name="Rectangle: Single Corner Rounded 5">
              <a:extLst>
                <a:ext uri="{FF2B5EF4-FFF2-40B4-BE49-F238E27FC236}">
                  <a16:creationId xmlns:a16="http://schemas.microsoft.com/office/drawing/2014/main" id="{2A6BA834-172F-0EA2-54F1-EE9B5A59FC71}"/>
                </a:ext>
              </a:extLst>
            </p:cNvPr>
            <p:cNvSpPr/>
            <p:nvPr/>
          </p:nvSpPr>
          <p:spPr>
            <a:xfrm>
              <a:off x="0" y="261258"/>
              <a:ext cx="1915886" cy="3820885"/>
            </a:xfrm>
            <a:prstGeom prst="round1Rect">
              <a:avLst>
                <a:gd name="adj" fmla="val 2405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1B330F7-538F-3132-7AA0-506EF3DC8533}"/>
                </a:ext>
              </a:extLst>
            </p:cNvPr>
            <p:cNvSpPr/>
            <p:nvPr/>
          </p:nvSpPr>
          <p:spPr>
            <a:xfrm>
              <a:off x="2002972" y="1567542"/>
              <a:ext cx="2351314" cy="1132114"/>
            </a:xfrm>
            <a:prstGeom prst="roundRect">
              <a:avLst>
                <a:gd name="adj" fmla="val 99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8F018681-0921-F0D9-0EA0-F00F4386AE15}"/>
                </a:ext>
              </a:extLst>
            </p:cNvPr>
            <p:cNvSpPr/>
            <p:nvPr/>
          </p:nvSpPr>
          <p:spPr>
            <a:xfrm>
              <a:off x="2002972" y="2873828"/>
              <a:ext cx="4895849" cy="3820886"/>
            </a:xfrm>
            <a:prstGeom prst="roundRect">
              <a:avLst>
                <a:gd name="adj" fmla="val 423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033D9EE8-12B5-B0C5-A7EE-F293372F4BFA}"/>
                </a:ext>
              </a:extLst>
            </p:cNvPr>
            <p:cNvSpPr/>
            <p:nvPr/>
          </p:nvSpPr>
          <p:spPr>
            <a:xfrm>
              <a:off x="7051222" y="2873828"/>
              <a:ext cx="4895849" cy="3820886"/>
            </a:xfrm>
            <a:prstGeom prst="roundRect">
              <a:avLst>
                <a:gd name="adj" fmla="val 423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D56370E-10A2-BEE8-D7FE-70C14A9447FF}"/>
                </a:ext>
              </a:extLst>
            </p:cNvPr>
            <p:cNvSpPr/>
            <p:nvPr/>
          </p:nvSpPr>
          <p:spPr>
            <a:xfrm>
              <a:off x="4533900" y="1567542"/>
              <a:ext cx="2351314" cy="1132114"/>
            </a:xfrm>
            <a:prstGeom prst="roundRect">
              <a:avLst>
                <a:gd name="adj" fmla="val 99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D3D0A05D-0224-56B6-B708-E1F1BF286851}"/>
                </a:ext>
              </a:extLst>
            </p:cNvPr>
            <p:cNvSpPr/>
            <p:nvPr/>
          </p:nvSpPr>
          <p:spPr>
            <a:xfrm>
              <a:off x="7064828" y="1567542"/>
              <a:ext cx="2351314" cy="1132114"/>
            </a:xfrm>
            <a:prstGeom prst="roundRect">
              <a:avLst>
                <a:gd name="adj" fmla="val 99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8AF4E6A5-F624-94EE-2797-85C7E0EACBE3}"/>
                </a:ext>
              </a:extLst>
            </p:cNvPr>
            <p:cNvSpPr/>
            <p:nvPr/>
          </p:nvSpPr>
          <p:spPr>
            <a:xfrm>
              <a:off x="9595757" y="1578428"/>
              <a:ext cx="2351314" cy="1132114"/>
            </a:xfrm>
            <a:prstGeom prst="roundRect">
              <a:avLst>
                <a:gd name="adj" fmla="val 99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573B5D0-C1FC-471E-472B-D88DF6A594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80" t="32038" r="13931" b="30098"/>
            <a:stretch>
              <a:fillRect/>
            </a:stretch>
          </p:blipFill>
          <p:spPr>
            <a:xfrm>
              <a:off x="106136" y="482082"/>
              <a:ext cx="1703614" cy="486747"/>
            </a:xfrm>
            <a:prstGeom prst="rect">
              <a:avLst/>
            </a:prstGeom>
          </p:spPr>
        </p:pic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2682FFE-ADB0-7824-CA58-2CF390526B4E}"/>
                </a:ext>
              </a:extLst>
            </p:cNvPr>
            <p:cNvSpPr/>
            <p:nvPr/>
          </p:nvSpPr>
          <p:spPr>
            <a:xfrm>
              <a:off x="1" y="4302967"/>
              <a:ext cx="1809750" cy="2391747"/>
            </a:xfrm>
            <a:prstGeom prst="roundRect">
              <a:avLst>
                <a:gd name="adj" fmla="val 4234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BB4B66E-823B-DD88-3CE9-0E87247AB892}"/>
                </a:ext>
              </a:extLst>
            </p:cNvPr>
            <p:cNvSpPr/>
            <p:nvPr/>
          </p:nvSpPr>
          <p:spPr>
            <a:xfrm>
              <a:off x="2002971" y="261258"/>
              <a:ext cx="9944099" cy="1132114"/>
            </a:xfrm>
            <a:prstGeom prst="roundRect">
              <a:avLst>
                <a:gd name="adj" fmla="val 9936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KE"/>
            </a:p>
          </p:txBody>
        </p:sp>
      </p:grpSp>
    </p:spTree>
    <p:extLst>
      <p:ext uri="{BB962C8B-B14F-4D97-AF65-F5344CB8AC3E}">
        <p14:creationId xmlns:p14="http://schemas.microsoft.com/office/powerpoint/2010/main" val="4072895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IOT Knights</dc:creator>
  <cp:lastModifiedBy>IOT Knights</cp:lastModifiedBy>
  <cp:revision>2</cp:revision>
  <dcterms:created xsi:type="dcterms:W3CDTF">2026-05-03T17:08:53Z</dcterms:created>
  <dcterms:modified xsi:type="dcterms:W3CDTF">2026-05-10T13:02:04Z</dcterms:modified>
</cp:coreProperties>
</file>